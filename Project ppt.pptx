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5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0" r:id="rId10"/>
    <p:sldId id="577" r:id="rId11"/>
    <p:sldId id="579" r:id="rId12"/>
    <p:sldId id="578" r:id="rId13"/>
    <p:sldId id="53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91" d="100"/>
          <a:sy n="91" d="100"/>
        </p:scale>
        <p:origin x="216" y="67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MG1610/Aicte-Microsoft-Elevate-Internship-Project.git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br>
              <a:rPr lang="en-US" sz="5100" b="1" dirty="0"/>
            </a:br>
            <a:r>
              <a:rPr lang="en-US" sz="2400" b="1" dirty="0"/>
              <a:t>Code, Coffee, and Chaos: Developer Productivity Analysis</a:t>
            </a:r>
            <a:endParaRPr lang="en-US" sz="6600" b="1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 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cap="all" dirty="0" err="1"/>
              <a:t>Kshitij</a:t>
            </a:r>
            <a:r>
              <a:rPr lang="en-US" sz="1600" b="1" cap="all" dirty="0"/>
              <a:t> Milind </a:t>
            </a:r>
            <a:r>
              <a:rPr lang="en-US" sz="1600" b="1" cap="all" dirty="0" err="1"/>
              <a:t>gaikwad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b. k. </a:t>
            </a:r>
            <a:r>
              <a:rPr lang="en-US" sz="1600" b="1" cap="all" dirty="0" err="1"/>
              <a:t>birla</a:t>
            </a:r>
            <a:r>
              <a:rPr lang="en-US" sz="1600" b="1" cap="all" dirty="0"/>
              <a:t> college </a:t>
            </a:r>
            <a:r>
              <a:rPr lang="en-US" sz="1600" b="1" cap="all" dirty="0" err="1"/>
              <a:t>kalyan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b. sc. Data science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ksgaik1610@gmail.com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C2F38-0B21-4C23-9491-8EC8592202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508" y="1141600"/>
            <a:ext cx="3877641" cy="4509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9DCFD-2F17-47C4-8263-87C2B5705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192" y="1520887"/>
            <a:ext cx="1011883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Software development environments often generate massive datasets regarding work habits and output.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 is difficult for managers to manually identify the specific drivers of productivity among work duration and caffeine intake.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challenge is to determine if developer output is truly "chaotic" or if it follows predictable, scalable patterns.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ADB71D-25C3-4E88-AF97-5ACC05C4F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908" y="1574423"/>
            <a:ext cx="10161401" cy="321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Developed an interactive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Power BI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visualize the correlation between Coding Hours, Coffee Consumption, and Bugs Fixed.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Source: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Analyzed a dataset consisting of 25,000 developer records.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Calculated Metrics: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Engineered an "Efficiency" metric (Bugs per Hour) to standardize performance across the workforce.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69C341-3AAF-435A-9595-A549DE356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7500" y="1561002"/>
            <a:ext cx="10197552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Technologies Used:</a:t>
            </a:r>
            <a:endParaRPr lang="en-US" altLang="en-US" dirty="0">
              <a:latin typeface="Google Sans Tex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Power BI Desktop: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dashboard creation and visual reporting.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Power Query: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data cleaning, transformation, and binning of efficiency metrics.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Utilize d for calculating KPIs such as Average Efficiency, Average Coding Hours, and Average Coffee Cups.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Design Strategy: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Applied a high-contrast dark theme to optimize the "data-to-ink" ratio for better clarity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19373D-4CE5-4BE2-98B3-F18663DBC3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566952"/>
            <a:ext cx="10247709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Input: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Importation of the 25,000-record dataset into the Power BI environment.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Created bins for efficiency to generate a statistical distribution (Normal Distribution/Bell Curve).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Analysis: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Conducted correlation analysis, identifying a 0.98 coefficient between coding hours and output.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Deployment: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Published an interactive dashboard featuring KPI cards, scatter plots, and heatmaps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FB9566-8A75-4D7D-9E2D-D531A7C3BD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138" y="1505219"/>
            <a:ext cx="10176271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Core KPIs: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 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5.16 Bugs Fixed per Hour.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 Work Session: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6.47 Hours.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 Caffeine Intake: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3.75 Cups.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Findings: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Productivity Engine: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near-perfect linear relationship exists between effort and output; output scales predictably with time.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Caffeine Catalyst: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Coffee consumption shows a 0.90 correlation with resolution rates, acting as a primary statistical driver.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Standardization: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Most developers fall within the 4–6 bugs per hour range, indicating stable team efficiency.</a:t>
            </a:r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631FAF-103D-4A42-8ED7-5DE531D9C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507" y="1266031"/>
            <a:ext cx="9834901" cy="4908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9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97376A-2C02-40D2-95C5-3C7804797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938" y="1697423"/>
            <a:ext cx="10253114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visual analysis proves that developer output is highly predictable rather than chaotic.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time spent coding is the absolute primary driver of results, caffeine serves as a powerful secondary catalyst for sustaining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successfully converts raw work-habit data into actionable management insights.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2F9F0-92F0-46D2-890D-A1D81E2B6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288" y="1720560"/>
            <a:ext cx="1024676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Predictive Analytics: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Integrate Machine Learning to forecast future bug resolution based on historical work patterns.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Real-Time Data: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Connect the dashboard to live Jira or GitHub repositories for real-time productivity tracking.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Cloud Deployment: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Publish the system to Power BI Service for mobile access by team leads and managers.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1339D1-818B-4EB9-8F3F-DAE9D50D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72FB0-B3EF-497A-856C-68D574EF5ADF}"/>
              </a:ext>
            </a:extLst>
          </p:cNvPr>
          <p:cNvSpPr txBox="1"/>
          <p:nvPr/>
        </p:nvSpPr>
        <p:spPr>
          <a:xfrm>
            <a:off x="352338" y="1828800"/>
            <a:ext cx="101627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Kaggle Dataset:</a:t>
            </a:r>
            <a:r>
              <a:rPr lang="en-US" sz="2800" dirty="0"/>
              <a:t> "Code, Coffee, and Chaos" – Primary source for the 25,000 developer work habit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Microsoft Power BI Documentation:</a:t>
            </a:r>
            <a:r>
              <a:rPr lang="en-US" sz="2800" dirty="0"/>
              <a:t> Used for implementing Data Analysis Expressions (DAX) and Power Query transformations.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Github</a:t>
            </a:r>
            <a:r>
              <a:rPr lang="en-US" sz="2800" dirty="0"/>
              <a:t>: </a:t>
            </a:r>
            <a:r>
              <a:rPr lang="en-US" sz="2800" dirty="0">
                <a:hlinkClick r:id="rId2"/>
              </a:rPr>
              <a:t>🔗Link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571</Words>
  <Application>Microsoft Office PowerPoint</Application>
  <PresentationFormat>Widescreen</PresentationFormat>
  <Paragraphs>63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Google Sans Text</vt:lpstr>
      <vt:lpstr>Wingdings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sanaptanmay85@gmail.com</cp:lastModifiedBy>
  <cp:revision>104</cp:revision>
  <dcterms:created xsi:type="dcterms:W3CDTF">2024-05-21T11:55:07Z</dcterms:created>
  <dcterms:modified xsi:type="dcterms:W3CDTF">2026-03-14T05:49:06Z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